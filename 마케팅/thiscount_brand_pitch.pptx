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548640"/>
            <a:ext cx="4114800" cy="4114800"/>
          </a:xfrm>
          <a:prstGeom prst="ellipse">
            <a:avLst/>
          </a:prstGeom>
          <a:solidFill>
            <a:srgbClr val="FFD23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978408"/>
            <a:ext cx="393192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412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Thiscount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걷다가 줍는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동네 쿠폰.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매장 대신 쿠폰을 만들고, </a:t>
            </a:r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살 사람</a:t>
            </a:r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에게 뿌립니다.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 파트너 제안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위치기반 쿠폰 발견 앱 · iOS / Android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동네 매장의 광고, 세 개의 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83280" cy="3200400"/>
          </a:xfrm>
          <a:prstGeom prst="rect">
            <a:avLst/>
          </a:prstGeom>
          <a:solidFill>
            <a:srgbClr val="1C222C"/>
          </a:solidFill>
          <a:ln w="12700">
            <a:solidFill>
              <a:srgbClr val="232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532888"/>
            <a:ext cx="868680" cy="868680"/>
          </a:xfrm>
          <a:prstGeom prst="ellipse">
            <a:avLst/>
          </a:prstGeom>
          <a:solidFill>
            <a:srgbClr val="0E1014"/>
          </a:solidFill>
          <a:ln w="19050">
            <a:solidFill>
              <a:srgbClr val="FFD2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770632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비싼 광고비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8872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전단·배너·검색광고는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매장엔 부담. 한 번 쓰면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끝나는 일회성 비용.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90288" y="2148840"/>
            <a:ext cx="3383280" cy="3200400"/>
          </a:xfrm>
          <a:prstGeom prst="rect">
            <a:avLst/>
          </a:prstGeom>
          <a:solidFill>
            <a:srgbClr val="1C222C"/>
          </a:solidFill>
          <a:ln w="12700">
            <a:solidFill>
              <a:srgbClr val="232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2532888"/>
            <a:ext cx="868680" cy="868680"/>
          </a:xfrm>
          <a:prstGeom prst="ellipse">
            <a:avLst/>
          </a:prstGeom>
          <a:solidFill>
            <a:srgbClr val="0E1014"/>
          </a:solidFill>
          <a:ln w="19050">
            <a:solidFill>
              <a:srgbClr val="FFD2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770632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56048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효과를 알 수 없음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956048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노출은 됐다는데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손님이 왔는지,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얼마를 썼는지 불투명.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57616" y="2148840"/>
            <a:ext cx="3383280" cy="3200400"/>
          </a:xfrm>
          <a:prstGeom prst="rect">
            <a:avLst/>
          </a:prstGeom>
          <a:solidFill>
            <a:srgbClr val="1C222C"/>
          </a:solidFill>
          <a:ln w="12700">
            <a:solidFill>
              <a:srgbClr val="232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23376" y="2532888"/>
            <a:ext cx="868680" cy="868680"/>
          </a:xfrm>
          <a:prstGeom prst="ellipse">
            <a:avLst/>
          </a:prstGeom>
          <a:solidFill>
            <a:srgbClr val="0E1014"/>
          </a:solidFill>
          <a:ln w="19050">
            <a:solidFill>
              <a:srgbClr val="FFD2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77063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23376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 줄 모름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723376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쿠폰 문구·디자인을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고민할 시간도,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노하우도 없음.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결국 — </a:t>
            </a:r>
            <a:pPr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“돈은 쓰는데, 효과는 모른다.”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Thiscount는 </a:t>
            </a:r>
            <a:pPr indent="0" marL="0">
              <a:buNone/>
            </a:pPr>
            <a:r>
              <a:rPr lang="en-US" sz="36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30초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면 끝납니다.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3154680"/>
          </a:xfrm>
          <a:prstGeom prst="rect">
            <a:avLst/>
          </a:prstGeom>
          <a:solidFill>
            <a:srgbClr val="1C22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3383280" cy="109728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51460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761488"/>
            <a:ext cx="3931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24505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887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쿠폰 생성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8720" y="40416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업종과 한 줄 설명만 입력하면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카피와 혜택을 자동 작성.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일반홍보·할인권·교환권 지원.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90288" y="2103120"/>
            <a:ext cx="3383280" cy="3154680"/>
          </a:xfrm>
          <a:prstGeom prst="rect">
            <a:avLst/>
          </a:prstGeom>
          <a:solidFill>
            <a:srgbClr val="1C22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2103120"/>
            <a:ext cx="3383280" cy="109728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13" name="Shape 10"/>
          <p:cNvSpPr/>
          <p:nvPr/>
        </p:nvSpPr>
        <p:spPr>
          <a:xfrm>
            <a:off x="4956048" y="251460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2761488"/>
            <a:ext cx="393192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76288" y="24505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956048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반경 자동 살포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956048" y="40416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 주변 반경과 기간만 설정하면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쿠폰이 동네 지도에 자동 배포.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손님은 걸어가다 줍습니다.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357616" y="2103120"/>
            <a:ext cx="3383280" cy="3154680"/>
          </a:xfrm>
          <a:prstGeom prst="rect">
            <a:avLst/>
          </a:prstGeom>
          <a:solidFill>
            <a:srgbClr val="1C22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57616" y="2103120"/>
            <a:ext cx="3383280" cy="109728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20" name="Shape 16"/>
          <p:cNvSpPr/>
          <p:nvPr/>
        </p:nvSpPr>
        <p:spPr>
          <a:xfrm>
            <a:off x="8723376" y="251460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2761488"/>
            <a:ext cx="393192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43616" y="24505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723376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리포트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723376" y="40416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장이 줍혔고, 누가 매장에 왔는지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화면에서 확인.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노출이 아니라 ‘방문’을 측정.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광고를 ‘사는’ 게 아니라, 동네에 ‘뿌리고’ 결과를 ‘봅니다’.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쿠폰 한 장이 손님이 되기까지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834640"/>
            <a:ext cx="914400" cy="9144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3063240"/>
            <a:ext cx="438912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입력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 선택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설명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372160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90088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0148" y="283464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3063240"/>
            <a:ext cx="438912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90088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생성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127248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카피·혜택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초안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2160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57216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37276" y="283464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3063240"/>
            <a:ext cx="438912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57216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살포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5294376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반경·기간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후 배포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372160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24344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804404" y="2834640"/>
            <a:ext cx="914400" cy="9144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148" y="3063240"/>
            <a:ext cx="438912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24344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줍기·방문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7461504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손님이 줍고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매장에서 사용</a:t>
            </a:r>
            <a:endParaRPr lang="en-US" sz="12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3721608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91472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9971532" y="2834640"/>
            <a:ext cx="914400" cy="9144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9276" y="3063240"/>
            <a:ext cx="438912" cy="4572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491472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확인</a:t>
            </a:r>
            <a:endParaRPr lang="en-US" sz="1700" dirty="0"/>
          </a:p>
        </p:txBody>
      </p:sp>
      <p:sp>
        <p:nvSpPr>
          <p:cNvPr id="32" name="Text 21"/>
          <p:cNvSpPr/>
          <p:nvPr/>
        </p:nvSpPr>
        <p:spPr>
          <a:xfrm>
            <a:off x="9628632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줍힘→방문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 측정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사장님이 하는 일은 </a:t>
            </a:r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‘입력’ 한 번</a:t>
            </a:r>
            <a:pPr indent="0" marL="0">
              <a:buNone/>
            </a:pPr>
            <a:r>
              <a:rPr lang="en-US" sz="17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나머지는 Thiscount가 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‘발견’의 방식이 다릅니다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841248"/>
          </a:xfrm>
          <a:prstGeom prst="rect">
            <a:avLst/>
          </a:prstGeom>
          <a:solidFill>
            <a:srgbClr val="1C222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340864"/>
            <a:ext cx="457200" cy="457200"/>
          </a:xfrm>
          <a:prstGeom prst="ellipse">
            <a:avLst/>
          </a:prstGeom>
          <a:solidFill>
            <a:srgbClr val="151A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441448"/>
            <a:ext cx="237744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네이버플레이스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214884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검색해야 보인다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10515600" cy="841248"/>
          </a:xfrm>
          <a:prstGeom prst="rect">
            <a:avLst/>
          </a:prstGeom>
          <a:solidFill>
            <a:srgbClr val="1C222C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346704"/>
            <a:ext cx="457200" cy="457200"/>
          </a:xfrm>
          <a:prstGeom prst="ellipse">
            <a:avLst/>
          </a:prstGeom>
          <a:solidFill>
            <a:srgbClr val="151A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3447288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5468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배민쿠폰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315468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주문 안에서만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2960" y="4160520"/>
            <a:ext cx="10515600" cy="841248"/>
          </a:xfrm>
          <a:prstGeom prst="rect">
            <a:avLst/>
          </a:prstGeom>
          <a:solidFill>
            <a:srgbClr val="1C222C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352544"/>
            <a:ext cx="457200" cy="457200"/>
          </a:xfrm>
          <a:prstGeom prst="ellipse">
            <a:avLst/>
          </a:prstGeom>
          <a:solidFill>
            <a:srgbClr val="151A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453128"/>
            <a:ext cx="237744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6052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당근마켓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46320" y="416052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피드를 봐야 보인다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22960" y="5166360"/>
            <a:ext cx="10515600" cy="841248"/>
          </a:xfrm>
          <a:prstGeom prst="rect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5358384"/>
            <a:ext cx="457200" cy="4572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5458968"/>
            <a:ext cx="237744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16636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Thiscount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846320" y="516636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0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 찾아도, 걷다가 줍는다 → 매장 방문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검색은 네이버, 배달은 배민 — 걷다가 줍는 건 Thiscount 뿐.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부담 없이, 첫 달은 무료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486400" cy="3840480"/>
          </a:xfrm>
          <a:prstGeom prst="rect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10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MONTH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pPr indent="0" marL="0">
              <a:buNone/>
            </a:pPr>
            <a:r>
              <a:rPr lang="en-US" sz="40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118872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등록 없이 바로 시작 · 언제든 중단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달 포함 사항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8986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쿠폰 생성 무제한 초안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5021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34838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 자동 살포 (auto-zone)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10565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줍힘 → 방문 ROI 대시보드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091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46908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일반홍보 · 할인권 · 교환권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3126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23760" y="5294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노출이 아닌 ‘동네 반경·기간’ 단위 과금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첫 달 이후 합리적 월 정액 — 런치 파트너 특가는 미팅 시 별도 안내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286000"/>
            <a:ext cx="7315200" cy="73152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868680" cy="868680"/>
          </a:xfrm>
          <a:prstGeom prst="ellipse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389888"/>
            <a:ext cx="393192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지금, 우리 동네에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쿠폰을 뿌리세요.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6868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미팅에서 </a:t>
            </a:r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만에 매장 쿠폰 한 장을 직접 만들어 보여드립니다.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5120640"/>
            <a:ext cx="4023360" cy="777240"/>
          </a:xfrm>
          <a:prstGeom prst="roundRect">
            <a:avLst>
              <a:gd name="adj" fmla="val 49412"/>
            </a:avLst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120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달 무료로 시작하기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Thiscount · 위치기반 동네 쿠폰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Thiscount 매장 파트너 제안</dc:title>
  <dc:subject>PptxGenJS Presentation</dc:subject>
  <dc:creator>Thiscount</dc:creator>
  <cp:lastModifiedBy>Thiscount</cp:lastModifiedBy>
  <cp:revision>1</cp:revision>
  <dcterms:created xsi:type="dcterms:W3CDTF">2026-06-01T14:42:04Z</dcterms:created>
  <dcterms:modified xsi:type="dcterms:W3CDTF">2026-06-01T14:42:04Z</dcterms:modified>
</cp:coreProperties>
</file>